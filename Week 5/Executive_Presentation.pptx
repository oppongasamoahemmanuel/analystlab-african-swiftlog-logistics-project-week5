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27448"/>
            <a:ext cx="9144000" cy="73152"/>
          </a:xfrm>
          <a:prstGeom prst="rect">
            <a:avLst/>
          </a:prstGeom>
          <a:solidFill>
            <a:srgbClr val="5BA4E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LAB AFRICA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SwiftLog Logistics Analytics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AI Transformation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A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Business Intelligence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Track  |  Week 5 Experience Lab Internship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Intern: Emmanuel Asamoah Oppong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Date: Sunday, 18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144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9326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Scope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13385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data model and consistency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41732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4173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14356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16367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 with status assessment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92024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192024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192024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193852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Findings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13969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each of the five report pages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42316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42316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242316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80160" y="244144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264261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to the ten brief questions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2608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292608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294436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Items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314553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Critical, high and medium priority issues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42900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342900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42900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280160" y="344728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364845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prioritised actions for management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931920"/>
            <a:ext cx="82296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57200" y="3931920"/>
            <a:ext cx="640080" cy="438912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3931920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3950208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415137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message and immediate follow-up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is a fast-growing Nigerian logistics and supply-chain company. Management reported late deliveries, inventory pressure, uneven supplier performance and limited visibility of key numbers. This report presents the Power BI solution built in Week 5 of the Experience Lab Internship.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18745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965960"/>
            <a:ext cx="45720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38912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03120" y="17373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8745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965960"/>
            <a:ext cx="45720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76272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Orders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840480" y="17373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97680" y="18745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965960"/>
            <a:ext cx="45720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913632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Warehouse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577840" y="17373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35040" y="18745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1965960"/>
            <a:ext cx="45720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50992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&amp; Delivery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0" y="17373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0" y="1874520"/>
            <a:ext cx="68580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1965960"/>
            <a:ext cx="45720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88352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&amp; Product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365760" y="3154680"/>
            <a:ext cx="84124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2"/>
          <p:cNvSpPr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Scope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548640" y="356616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orders  ·  1,000 customers  ·  5,000 shipments  ·  250 products  ·  150 suppliers  ·  15 warehouses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cover January–September. Model unites customer, order, order-item, product, supplier, warehouse, inventory, shipment, delivery-performance, employee and return data.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checks confirmed agreement across pages except three items (F6, F7, F10) noted in the Flagged Items section.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KPI Summary – Headline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77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2024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2194560" y="777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77724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143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143000"/>
            <a:ext cx="109728" cy="1554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₦21.67M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cancelled &amp; pending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46120" y="1143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114300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36.28%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52044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~3,186 shipments late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11430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114300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0" y="1280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1600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32.52%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00800" y="21488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1,626 cancelled orders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23774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283464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Orders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1,716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4008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34.32% of all orders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4612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246120" y="2834640"/>
            <a:ext cx="10972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9" name="Text 37"/>
          <p:cNvSpPr/>
          <p:nvPr/>
        </p:nvSpPr>
        <p:spPr>
          <a:xfrm>
            <a:off x="352044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Delay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3.57 days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352044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5,000 shipments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52044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28346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126480" y="2834640"/>
            <a:ext cx="109728" cy="1554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400800" y="3291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9.46%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40080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product-level view yet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400800" y="406908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KPI Summary – Supporting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14400"/>
            <a:ext cx="10972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~556 per month (Jan–Aug)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914400"/>
            <a:ext cx="10972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52044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 orders per customer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52044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914400"/>
            <a:ext cx="10972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1051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1371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₦4,334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400800" y="1920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4.33K on cards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1488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651760"/>
            <a:ext cx="10972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/ Suppliers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250 / 150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08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₦144.45K revenue per supplier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4612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46120" y="2651760"/>
            <a:ext cx="109728" cy="1554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Stock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1.01M units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52044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low-stock items flagged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52044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126480" y="26517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26480" y="2651760"/>
            <a:ext cx="109728" cy="1554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/ Warehouse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13.33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6400800" y="3657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staff across 15 sites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00800" y="3886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Dashboard Findings – Performance &amp; Customers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1605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between ~₦2.5M and ₦2.85M from January to August; peaked in August. September falls to ~₦0.6M – appears to be a partial month, not a genuine decline.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~₦8.1M (37%)  ·  Food ~₦7.1M (33%)  ·  Electronics ~₦6.5M (30%)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 cards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36.28% and return rate 9.46% require immediate attention.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1605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Order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split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34.32% pending  ·  33.16% delivered  ·  32.52% cancelled. Only one order in three is completed.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mix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Kano, Lagos, Ibadan and Abuja each contribute roughly a quarter of orders and revenue. Kano leads at ~1,280 orders and ~₦5.7M.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of orders vs cancellations shows cancellations (up to 6 per customer) spread across the whole base – a process issue rather than a few problem accounts.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Dashboard Findings – Inventory &amp; Shipments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41605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Warehouse Analytics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37160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position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1,007,764 units held; 380 items flagged low-stock (threshold not stated on dashboard).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staffing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holds ~54% of stock and 54% of staff (108 of 200). Abuja ~27% / 54 staff. Kano ~19% / 38 staff. Staffing tracks stock closely.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stock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~0.38M  ·  Electronics ~0.325M  ·  Food ~0.305M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 load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volume is even across the ten visible warehouses (319–371 orders). No single site is overloaded.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41605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&amp; Delivery Analytics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794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performance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36.28% of shipments arrive on time. Approximately 3,186 are late; average delay is 3.57 days.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by location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~9.5K delay days  ·  Abuja ~4.7K  ·  Kano ~3.6K. Pattern mirrors each location’s share of the network.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trend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~590 shipments in January, peak ~655 in August, ~150 in September (partial).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&amp; delays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days and returns rise together (Lagos ~250 returns, Abuja ~140, Kano ~110). With only three points, causality is not proven.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Dashboard Findings – Supplier &amp; Product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51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supplier averages ₦144.45K. The leading three suppliers each generate more than twice the average: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15544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40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~₦0.32M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83280" y="15544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352044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~₦0.31M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35040" y="1554480"/>
            <a:ext cx="2377440" cy="1005840"/>
          </a:xfrm>
          <a:prstGeom prst="roundRect">
            <a:avLst>
              <a:gd name="adj" fmla="val 5455"/>
            </a:avLst>
          </a:prstGeom>
          <a:solidFill>
            <a:srgbClr val="F4F6F9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691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70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~₦0.30M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" y="28346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per supplier stayed steady at ~₦17K–₦19K until the September drop.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limitation: the page currently measures revenue only. No delivery performance or return metrics are available for suppliers. Reliability cannot yet be assessed from the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Business Analysis – Questions 1 to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Highest-revenue products?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69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category: Fashion (~₦8.1M, 37%), Food (~₦7.1M), Electronics (~₦6.5M). Single-product ranking is not yet available; a top-10 product chart is still needed.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27048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727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Highest-revenue customers?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196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revenue ₦21,668 per customer. Of the ten shown, Customer 4 (₦42,382) and Customer 2 (₦31,667) lead. Table is sorted by ID; a ranked list is required.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322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Most efficient warehouses?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694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load is even (319–371 across W01–W10). Delay days scale with warehouse count, so no site stands out. A delay-rate measure by warehouse would confirm this.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26664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723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Consistently strong suppliers?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revenue: Suppliers 40, 6, 70, 85 and 100. Revenue is not reliability. Delivery performance by supplier is absent, so dependability cannot yet be judged.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76472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221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Highest return-rate products?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return rate 9.46%. Lagos records the most returns (~250), then Abuja (~140) and Kano (~110). Product- and category-level rates are not shown.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Business Analysis – Questions 6 to 10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777240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Regions with most delayed deliveries?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069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Lagos (~9.5K delay days, ~53% of total), then Abuja (~4.7K) and Kano (~3.6K). The pattern matches each location’s share of warehouses, pointing to a network-wide process issue.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527048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15727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Peak business months?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181965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is the peak (~₦2.85M revenue, ~655 shipments), followed by April (~₦2.75M, ~640 shipments). September is not comparable – it appears incomplete.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276856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32257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KPIs needing immediate attention?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5694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(36.28%), cancellation rate (32.52%), pending orders (1,716), average delay (3.57 days), return rate (9.46%) and the 380 low-stock items.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026664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07238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Operational inefficiencies identified?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delivery is the norm (~64% of shipments). One-third of orders are cancelled and one-third still pending. Revenue is reported before cancellations are removed. Lagos holds ~54% of stock but only ~25% of orders; Ibadan places ~1,240 orders with no local warehouse.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776472"/>
            <a:ext cx="8503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82219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Business opportunities?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0690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cancelled orders (~₦7.0M if they carry average value), raise on-time rate, grow Fashion, move stock closer to Kano, Abuja and Ibadan demand, and score suppliers so volume shifts to the most dependable.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Flagged Items – Critical &amp; High Priority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109728" cy="105156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89611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·  CRITICAL  ·  Overview / Shipments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188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is only 36.28%. About 3,186 shipments were late. Action: set a clear target and review late shipments weekly, warehouse by warehouse.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011680"/>
            <a:ext cx="109728" cy="6035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0574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·  HIGH  ·  Overview / Customers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26771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not filtered by order status. The ₦21.67M total includes all 5,000 orders. Roughly ₦7.0M sits in cancelled, ₦7.4M in pending and ₦7.2M in delivered orders. Report delivered-order revenue as the main KPI.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670048"/>
            <a:ext cx="8503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670048"/>
            <a:ext cx="109728" cy="6035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71576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 ·  HIGH  ·  Customers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32.52% (1,626 orders). No cancellation reason is captured. Add a reason field and report it.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328416"/>
            <a:ext cx="8503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328416"/>
            <a:ext cx="109728" cy="6035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37413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  ·  HIGH  ·  Customers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58444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1,716 orders (34.32%) remain pending. Age is not shown. Add an ageing view and a maximum waiting-time threshold.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986784"/>
            <a:ext cx="85039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986784"/>
            <a:ext cx="109728" cy="60350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403250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F6  ·  HIGH  ·  Supplier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24281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table shows Sum of UnitPrice as 66,043.45 on every OrderID. The measure appears to ignore the order filter. Check relationships and rebuild the measure.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Flagged Items – Medium &amp; Low Priority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  ·  MEDIUM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looks partial (~₦0.6M revenue, ~150 shipments). Confirm last data date; mark as partial or exclude from trends.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822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822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F7  ·  MEDIUM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92040" y="1188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shipments for 5,000 orders despite 1,626 cancellations. Confirm whether cancelled orders carry shipment records; align delivery status with order status.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65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F8  ·  MEDIUM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2331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Ibadan places ~1,240 orders but location filters list only Abuja, Kano and Lagos. Confirm how Ibadan orders are served.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965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057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F9  ·  MEDIUM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92040" y="2331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380 low-stock items reported; threshold not stated. Document the rule behind the flag.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108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08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F10  ·  MEDIUM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marked On Time still carry ~1.8K delay days – on-time rule appears to allow a grace period. Document the rule on the page.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108960"/>
            <a:ext cx="416052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3108960"/>
            <a:ext cx="91440" cy="10515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200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F13  ·  MEDIUM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92040" y="34747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views: product-level revenue &amp; returns, return reasons, supplier scorecard, inventory turnover, warehouse utilisation, average delivery time, customer retention.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Strategic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960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896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143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a staged on-time target and review late shipments weekly, site by site.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5448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1627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1874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moving stock closer to Kano, Abuja and Ibadan demand; assess an Ibadan dispatch point.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28600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423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2359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2606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shared process (picking, cut-off, carrier hand-over) rather than blaming one site.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01752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68680" y="3090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68680" y="3337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low-stock rule, set reorder points and clear the 380 items, starting with Food.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68680" y="38221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4069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scorecard covering on-time delivery, returns and revenue; agree service levels.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82296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96012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9601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303520" y="89611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11430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cost of cancellations and late deliveries; escalate pending orders past a waiting limit.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155448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169164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48006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303520" y="16276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03520" y="18745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return reasons and product-level rates; start with the highest-return products and locations.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228600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242316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303520" y="235915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26060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retention measure and ranked top-customer view; contact customers hit by cancellations or delays.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709160" y="301752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00600" y="31546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303520" y="30906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303520" y="333756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delivered revenue the headline KPI, fix F6, label partial months, name a dashboard owner.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709160" y="3749040"/>
            <a:ext cx="4297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800600" y="388620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54" name="Text 52"/>
          <p:cNvSpPr/>
          <p:nvPr/>
        </p:nvSpPr>
        <p:spPr>
          <a:xfrm>
            <a:off x="4800600" y="38862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303520" y="382219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303520" y="40690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Fashion, plan stock ahead of April/August peaks, treat cancelled orders as recoverable revenue.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normAutofit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Summary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4800600"/>
            <a:ext cx="64008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Logistics Limited  |  Confidential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589520" y="4800600"/>
            <a:ext cx="11887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6E9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109728" cy="1554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14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Finding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28016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SwiftLog takes and ships orders at a steady rate but converts too few into on-time deliveries. Only 36.28% of shipments arrive on time, 33.16% of orders are delivered and 32.52% are cancelled. The ₦21.67M revenue figure is a booked total; delivered revenue is nearer ₦7.2M if average order value holds. The delay pattern is consistent across locations, pointing to a shared process issue rather than a single weak site.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2926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supplier table measure (F6) and confirm September data completeness.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3832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3337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delivered-order revenue the headline KPI and document the on-time rule.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794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product-level, supplier-score and return-reason views so the remaining business questions can be answered fully.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20624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20624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2296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dashboard owner and establish a weekly KPI review cadence.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SwiftLog Logistics – Executive Business Intelligence Report</dc:title>
  <dc:subject>Week 5 Experience Lab Internship – Data Analytics Track</dc:subject>
  <dc:creator>Emmanuel Asamoah Oppong | Analyst Lab Africa</dc:creator>
  <cp:lastModifiedBy>Emmanuel Asamoah Oppong | Analyst Lab Africa</cp:lastModifiedBy>
  <cp:revision>1</cp:revision>
  <dcterms:created xsi:type="dcterms:W3CDTF">2026-10-18T17:20:42Z</dcterms:created>
  <dcterms:modified xsi:type="dcterms:W3CDTF">2026-10-18T17:20:42Z</dcterms:modified>
</cp:coreProperties>
</file>